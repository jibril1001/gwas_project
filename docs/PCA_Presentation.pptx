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371600"/>
            <a:ext cx="4572000" cy="45720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754880"/>
            <a:ext cx="3657600" cy="3657600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STRUCTURE VIA PCA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Principal Component Analysis of 1000 Genomes</a:t>
            </a:r>
            <a:endParaRPr lang="en-US" sz="40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Chromosome 1 Data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4434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Self-Training Assignment  |  bcftools + PLINK 1.9 + Python, run in WSL (Ubuntu 24.04)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Aim &amp; Tools Used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303520" cy="4937760"/>
          </a:xfrm>
          <a:prstGeom prst="rect">
            <a:avLst>
              <a:gd name="adj" fmla="val 1481"/>
            </a:avLst>
          </a:prstGeom>
          <a:solidFill>
            <a:srgbClr val="F2F2F2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508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1965960"/>
            <a:ext cx="46634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real population genetics data (1000 Genomes Project, chr1)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and filter the data to a reliable, informative subset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PCA to compress genetic variation into 2 dimensions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individuals and check whether ancestry groups separate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172200" y="1280160"/>
            <a:ext cx="5440680" cy="4937760"/>
          </a:xfrm>
          <a:prstGeom prst="rect">
            <a:avLst>
              <a:gd name="adj" fmla="val 1481"/>
            </a:avLst>
          </a:prstGeom>
          <a:solidFill>
            <a:srgbClr val="F2F2F2"/>
          </a:solidFill>
          <a:ln/>
        </p:spPr>
      </p:sp>
      <p:sp>
        <p:nvSpPr>
          <p:cNvPr id="7" name="Text 5"/>
          <p:cNvSpPr/>
          <p:nvPr/>
        </p:nvSpPr>
        <p:spPr>
          <a:xfrm>
            <a:off x="6492240" y="1508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92240" y="20116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132320" y="198424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WSL 2 — Ubuntu 24.04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132320" y="230428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environment running inside Windows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92240" y="30632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132320" y="303580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bcftools 1.19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132320" y="335584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Normalizes and cleans VCF variant files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92240" y="41148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132320" y="408736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PLINK 1.9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132320" y="440740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conversion, QC, pruning, and PCA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92240" y="51663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5166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132320" y="513892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(pandas, matplotlib)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132320" y="54589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Merges results with ancestry labels and plots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WSL Instead of Windows PowerShell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Bioinformatics tools (bcftools, PLINK, gzip) assume a Linux environment — Windows doesn't have them natively.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25880" y="1755648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PowerShell's "wget" isn't real wget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25880" y="210312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an alias for Invoke-WebRequest — a different tool with different, unreliable behavior for large file downloads.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8346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25880" y="2807208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gunzip / Unix tools on Windows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25880" y="315468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genome and mask files come gzip-compressed; Windows has no built-in decompression command.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8862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25880" y="3858768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bcftools &amp; PLINK are Linux-native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25880" y="420624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Installing and running them directly is far simpler on Linux than on native Windows.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9377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25880" y="4910328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WSL = a real Ubuntu Linux system inside Windows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25880" y="52578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access to apt, standard shell tools, and Linux file permissions — while still working from the same laptop.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Pipeline: Filtering Down to a Clean, Informative Set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removes noise or redundancy — from 6.47 million raw variants to 17,840 high-quality markers for PCA.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705356" y="1874520"/>
            <a:ext cx="8778240" cy="841248"/>
          </a:xfrm>
          <a:prstGeom prst="roundRect">
            <a:avLst>
              <a:gd name="adj" fmla="val 6522"/>
            </a:avLst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933956" y="1947672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Normalization (bcftools)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933956" y="2276856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E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6,471,910 variants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299716" y="2898648"/>
            <a:ext cx="7589520" cy="841248"/>
          </a:xfrm>
          <a:prstGeom prst="roundRect">
            <a:avLst>
              <a:gd name="adj" fmla="val 6522"/>
            </a:avLst>
          </a:prstGeom>
          <a:solidFill>
            <a:srgbClr val="146C94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28316" y="29718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Strict Mask (callable regions only)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528316" y="3300984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E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4,851,384 variants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71316" y="3922776"/>
            <a:ext cx="4846320" cy="841248"/>
          </a:xfrm>
          <a:prstGeom prst="roundRect">
            <a:avLst>
              <a:gd name="adj" fmla="val 6522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899916" y="399592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QC — SNPs only, MAF &gt; 10%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899916" y="432511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E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308,967 variants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722876" y="4946904"/>
            <a:ext cx="2743200" cy="841248"/>
          </a:xfrm>
          <a:prstGeom prst="roundRect">
            <a:avLst>
              <a:gd name="adj" fmla="val 6522"/>
            </a:avLst>
          </a:prstGeom>
          <a:solidFill>
            <a:srgbClr val="21295C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51476" y="502005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LD Pruning (final PCA input)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51476" y="5349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E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17,840 variants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Problems Faced Along the Way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1672" cy="4846320"/>
        </p:xfrm>
        <a:graphic>
          <a:graphicData uri="http://schemas.openxmlformats.org/drawingml/2006/table">
            <a:tbl>
              <a:tblPr/>
              <a:tblGrid>
                <a:gridCol w="2286000"/>
                <a:gridCol w="4663440"/>
                <a:gridCol w="4142232"/>
              </a:tblGrid>
              <a:tr h="807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Download files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 PowerShell has no real wget/gunzip; large downloads kept timing out mid-transfer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Switched to WSL; used wget -c to resume interrupted downloads; verified with gzip -t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Normalize (bcftools)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— ran cleanly on first attempt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Convert to PLINK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apt suggested the wrong package ("putty-tools") for the plink command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Installed the correct package: plink1.9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Strict mask download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 MB file kept losing connection partway through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wget auto-retried and resumed until the file completed intact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Python plotting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Ubuntu 24.04 blocks system-wide pip installs ("externally-managed-environment")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 an isolated Python virtual environment (venv) and installed packages there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Minor Allele Frequency Distribution — Chr1</a:t>
            </a:r>
            <a:endParaRPr lang="en-US" sz="2700" dirty="0"/>
          </a:p>
        </p:txBody>
      </p:sp>
      <p:pic>
        <p:nvPicPr>
          <p:cNvPr id="3" name="Image 0" descr="chr1_maf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6949440" cy="4572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635240" y="1280160"/>
            <a:ext cx="4023360" cy="1143000"/>
          </a:xfrm>
          <a:prstGeom prst="rect">
            <a:avLst>
              <a:gd name="adj" fmla="val 4800"/>
            </a:avLst>
          </a:prstGeom>
          <a:solidFill>
            <a:srgbClr val="F2F2F2"/>
          </a:solidFill>
          <a:ln/>
        </p:spPr>
      </p:sp>
      <p:sp>
        <p:nvSpPr>
          <p:cNvPr id="5" name="Text 2"/>
          <p:cNvSpPr/>
          <p:nvPr/>
        </p:nvSpPr>
        <p:spPr>
          <a:xfrm>
            <a:off x="7863840" y="1389888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83.5%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9418320" y="1389888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(MAF &lt; 1%)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635240" y="2651760"/>
            <a:ext cx="4023360" cy="1143000"/>
          </a:xfrm>
          <a:prstGeom prst="rect">
            <a:avLst>
              <a:gd name="adj" fmla="val 4800"/>
            </a:avLst>
          </a:prstGeom>
          <a:solidFill>
            <a:srgbClr val="F2F2F2"/>
          </a:solidFill>
          <a:ln/>
        </p:spPr>
      </p:sp>
      <p:sp>
        <p:nvSpPr>
          <p:cNvPr id="8" name="Text 5"/>
          <p:cNvSpPr/>
          <p:nvPr/>
        </p:nvSpPr>
        <p:spPr>
          <a:xfrm>
            <a:off x="7863840" y="2761488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7.0%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9418320" y="2761488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Low-frequency (1–5%)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635240" y="4023360"/>
            <a:ext cx="4023360" cy="1143000"/>
          </a:xfrm>
          <a:prstGeom prst="rect">
            <a:avLst>
              <a:gd name="adj" fmla="val 4800"/>
            </a:avLst>
          </a:prstGeom>
          <a:solidFill>
            <a:srgbClr val="F2F2F2"/>
          </a:solidFill>
          <a:ln/>
        </p:spPr>
      </p:sp>
      <p:sp>
        <p:nvSpPr>
          <p:cNvPr id="11" name="Text 8"/>
          <p:cNvSpPr/>
          <p:nvPr/>
        </p:nvSpPr>
        <p:spPr>
          <a:xfrm>
            <a:off x="7863840" y="4133088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9.5%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9418320" y="4133088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(MAF &gt; 5%)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635240" y="544068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variation is rare and recent; only older variants have spread widely enough to become common — why PCA used MAF &gt; 10% only.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PCA Results — Ancestry Emerges from DNA Alone</a:t>
            </a:r>
            <a:endParaRPr lang="en-US" sz="2600" dirty="0"/>
          </a:p>
        </p:txBody>
      </p:sp>
      <p:pic>
        <p:nvPicPr>
          <p:cNvPr id="3" name="Image 0" descr="chr1_pca_pl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60120"/>
            <a:ext cx="6675120" cy="53492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269480" y="960120"/>
            <a:ext cx="4434840" cy="5349240"/>
          </a:xfrm>
          <a:prstGeom prst="rect">
            <a:avLst>
              <a:gd name="adj" fmla="val 1649"/>
            </a:avLst>
          </a:prstGeom>
          <a:solidFill>
            <a:srgbClr val="F2F2F2"/>
          </a:solidFill>
          <a:ln/>
        </p:spPr>
      </p:sp>
      <p:sp>
        <p:nvSpPr>
          <p:cNvPr id="5" name="Text 2"/>
          <p:cNvSpPr/>
          <p:nvPr/>
        </p:nvSpPr>
        <p:spPr>
          <a:xfrm>
            <a:off x="7543800" y="12344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 = 51.9%, PC2 = 24.1%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543800" y="155448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variation — ~76% captured in just 2 numbers per person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543800" y="242316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 &amp; EUR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543800" y="274320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tight, well-separated clusters — few ancestral founders each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543800" y="361188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543800" y="393192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out — deepest genetic diversity, humanity's origin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543800" y="480060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543800" y="512064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between clusters — reflects admixed ancestry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7373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508760" y="169164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structure is visible from DNA alone, no labels needed — PCA recovered continental ancestry from unlabeled genotypes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822960" y="31546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08760" y="310896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matters as much as the analysis: normalization, masking, QC, and pruning shaped the result at every step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22960" y="45720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08760" y="452628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Caveat: only chromosome 1 was used, so PC1/PC2 explain more variance (76%) than a whole-genome PCA typically would (~10–15%)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2026-08-23T06:43:08Z</dcterms:created>
  <dcterms:modified xsi:type="dcterms:W3CDTF">2026-08-23T06:43:08Z</dcterms:modified>
</cp:coreProperties>
</file>